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DDoS DETECTION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Project-Based Learning Report — Machine Learning for Network Intrusion Detection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2011680" cy="27432"/>
          </a:xfrm>
          <a:prstGeom prst="rect">
            <a:avLst/>
          </a:prstGeom>
          <a:solidFill>
            <a:srgbClr val="2231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[Roll No.]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[Guide/Mentor Name]  ·  [Semester / Academic Year]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 attacks overwhelm targets faster than humans can react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78308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Volumetric flooding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98448" y="2075688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flood a target with traffic until legitimate users can no longer be served.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283464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 fall short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signature-based defenses struggle against attacks that mimic normal traffic shape.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38862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shift over time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4178808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vector change mid-attack, so static rules quickly go stale.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4663440" cy="3291840"/>
          </a:xfrm>
          <a:prstGeom prst="roundRect">
            <a:avLst>
              <a:gd name="adj" fmla="val 2778"/>
            </a:avLst>
          </a:prstGeom>
          <a:solidFill>
            <a:srgbClr val="0B1E3D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2514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capture  →  real-time flow classification  →  an alert an analyst can act on — with confidence, severity and source IP attached.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objectives, one vertical slice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82880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98448" y="212140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raw network packets on a target host and log per-packet metadata.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7728" y="182880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67728" y="212140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packets into flow-level, time-windowed features for ML.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324612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353872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a classifier on CICDDoS2019, a recognised public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67728" y="324612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&amp; Alert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67728" y="353872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and connect them to a persistent, alerting backend.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466344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98448" y="495604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analysts a role-based web UI to monitor and respond to incidents.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7091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67728" y="466344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loop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67728" y="495604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the integration gaps between stages — not just build each in isolation.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wired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B1E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4600" y="228600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2286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B3A63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228600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23760" y="2286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E8C7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(Alerts)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98280" y="228600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22860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B1E3D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already existed as a script — the real engineering work was making sure their outputs and inputs actually matched (see Slide 11).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463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orchestrates PostgreSQL + FastAPI backend + a standalone ML prediction service + an Nginx reverse proxy (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backend,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/ml/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ML service).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CICDDoS2019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Institute for Cybersecurity, University of New Brunswick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762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days pooled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1762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modeled: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UDP, NetBIOS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1762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 rows total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(too few to train)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32520" y="21762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2396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incl. Benign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capture day uses slightly different label names for the same attack (e.g. training-day “UDP” vs. testing-day “DrDoS_UDP”) — normalized before training.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flow-level features, shared by training &amp; live traffic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Fwd Packets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18104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18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Backward Packets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3989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398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Packets Length Total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361688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616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 Packets Length Total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83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187452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874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Packets/s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60520" y="2496312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4963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60520" y="3118104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118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Flag Count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60520" y="373989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7398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Mean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4361688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43616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IAT Mean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26680" y="187452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0B1E3D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contract, both sides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26060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packets are grouped into a bidirectional 5-tuple flow (src/dst IP + port, protocol), windowed every 5 seconds, and reduced to these exact 11 columns — identical to what the model saw during training.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pooled and stratified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87452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RandomForestClassifier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98448" y="2167128"/>
            <a:ext cx="5376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trees, max depth 15, min_samples_split 5, class_weight=“balanced”.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301752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+ re-split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98448" y="3310128"/>
            <a:ext cx="5376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capture days pooled, then an 80/20 stratified split — not the dataset's native day-based split.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416052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4453128"/>
            <a:ext cx="5376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on the training set as a sanity check before the final fit.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1920240"/>
            <a:ext cx="4572000" cy="34290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5603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on tabular, mixed-scale flow features · resistant to overfitting vs. a single tree · built-in feature importance to explain alerts · fast enough for near-real-time scoring.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99.64% accuracy on pooled, stratified test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6771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99.64%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21031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226771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02152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(weighted)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21031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1344" y="226771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72784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(weighted)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21031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32A5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51976" y="226771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43416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(weighted)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evaluated: Benign, Syn, UDP, NetBIOS. MSSQL excluded from training (145 rows total; a pooled experiment confirmed only 27% F1 — too noisy to trust).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turns predictions into incidents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82880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RBAC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98448" y="2121408"/>
            <a:ext cx="9948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three roles: Admin, Security Analyst, Viewer.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288036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AlertEngine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98448" y="3172968"/>
            <a:ext cx="9948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 Incident when the predicted label is non-benign and confidence + packet-rate thresholds are crossed — graded medium / high / critical.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393192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4224528"/>
            <a:ext cx="9948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can trigger a (simulated) mitigation action against an incident's source IP.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  </a:t>
            </a:r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Role · Flow · Prediction · Incident · MitigationAction · ModelVersion · SystemSetting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React dashboard for security analysts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Recharts — all pages consume live backend data via Axios, not mock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 &amp; incidents-over-time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detection trend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mitigated incident queue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Hunting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investigate flows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79476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0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summaries (jsPDF)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379476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7532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75320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&amp; mitigation interface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integration gaps found — and closed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02152" cy="3840480"/>
          </a:xfrm>
          <a:prstGeom prst="roundRect">
            <a:avLst>
              <a:gd name="adj" fmla="val 2611"/>
            </a:avLst>
          </a:prstGeom>
          <a:solidFill>
            <a:srgbClr val="0B1E3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B5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shift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34290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365760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day 1 / testing on day 2 gave 0% Syn recall despite 99.75% CV accuracy.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461772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48463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both days, then re-split 80/20 stratified. Syn recall: 0.00 → 1.00.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1920240"/>
            <a:ext cx="3502152" cy="3840480"/>
          </a:xfrm>
          <a:prstGeom prst="roundRect">
            <a:avLst>
              <a:gd name="adj" fmla="val 2611"/>
            </a:avLst>
          </a:prstGeom>
          <a:solidFill>
            <a:srgbClr val="0B1E3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35424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B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5424" y="278892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Feature-schema mismatch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35424" y="34290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35424" y="365760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feature extractor produced a different column set than the trained model expected.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35424" y="461772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35424" y="48463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it to compute the exact same 11 CICFlowMeter-style features, per bidirectional flow.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18704" y="1920240"/>
            <a:ext cx="3502152" cy="3840480"/>
          </a:xfrm>
          <a:prstGeom prst="roundRect">
            <a:avLst>
              <a:gd name="adj" fmla="val 2611"/>
            </a:avLst>
          </a:prstGeom>
          <a:solidFill>
            <a:srgbClr val="0B1E3D"/>
          </a:solidFill>
          <a:ln/>
        </p:spPr>
      </p:sp>
      <p:sp>
        <p:nvSpPr>
          <p:cNvPr id="21" name="Shape 19"/>
          <p:cNvSpPr/>
          <p:nvPr/>
        </p:nvSpPr>
        <p:spPr>
          <a:xfrm>
            <a:off x="8174736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B5C"/>
          </a:solidFill>
          <a:ln/>
        </p:spPr>
      </p:sp>
      <p:sp>
        <p:nvSpPr>
          <p:cNvPr id="22" name="Text 20"/>
          <p:cNvSpPr/>
          <p:nvPr/>
        </p:nvSpPr>
        <p:spPr>
          <a:xfrm>
            <a:off x="817473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74736" y="278892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path to the dashboard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174736" y="34290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74736" y="365760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/alerts/evaluate endpoint existed, but nothing ever called it — incidents needed manual entry.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74736" y="461772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74736" y="48463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ml/pipeline.py: scores flows and posts them to the backend automatically.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One-command local stack via Docker Compose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flows, predictions, incidents, mitigation 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2402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130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468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alerting, incident &amp; model-version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410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/predict microservice for the trained 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5204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410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— /api/ → backend, /ml/ → ML 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19751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per-class metrics &amp; the confusion matrix alongside the model bundle.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60704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2889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remaining CICDDoS2019 attack types (DNS, LDAP, NTP, SNMP, SSDP, UDPLag).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60704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38039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fixed pipeline against real traffic on the two-VM lab (Ubuntu + Kali).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60704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63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47183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mitigation with real, sandboxed firewall-rule integration.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1060704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577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56327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model-drift monitoring to catch distribution shifts automatically.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6355080"/>
            <a:ext cx="1060704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end-to-end vertical slice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→ flow features → a 99.64%-accurate Random Forest classifier → a role-based alerting backend → a live analyst dashboard. Beyond building each layer, this project diagnosed and closed the real gaps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058400" cy="1554480"/>
          </a:xfrm>
          <a:prstGeom prst="roundRect">
            <a:avLst>
              <a:gd name="adj" fmla="val 5882"/>
            </a:avLst>
          </a:prstGeom>
          <a:solidFill>
            <a:srgbClr val="132A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148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2026-08-11T06:50:44Z</dcterms:created>
  <dcterms:modified xsi:type="dcterms:W3CDTF">2026-08-11T06:50:44Z</dcterms:modified>
</cp:coreProperties>
</file>